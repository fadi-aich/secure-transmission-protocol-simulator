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47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D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Transmission Protocol Simulator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13232" y="22402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DAD1"/>
                </a:solidFill>
              </a:rPr>
              <a:t>Projet de simulation d'un mini protocole de transmission securisee sur canal non fiable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3154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7AC"/>
                </a:solidFill>
              </a:rPr>
              <a:t>Module : Transmission de donnees securisee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34472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7AC"/>
                </a:solidFill>
              </a:rPr>
              <a:t>Presente par : AICH FADI et Maallem Mehdi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3730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B7AC"/>
                </a:solidFill>
              </a:rPr>
              <a:t>Python 3.11 | PySide6 | PyCryptodome | matplotlib | pytest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13232" y="4160520"/>
            <a:ext cx="4206240" cy="0"/>
          </a:xfrm>
          <a:prstGeom prst="line">
            <a:avLst/>
          </a:prstGeom>
          <a:noFill/>
          <a:ln w="12700">
            <a:solidFill>
              <a:srgbClr val="8A6A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3891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Objectif : visualiser, analyser et comparer la transmission securisee d'un message avec detection/correction d'erreurs et retransmission automatique.</a:t>
            </a:r>
            <a:endParaRPr lang="en-US" sz="1150" dirty="0"/>
          </a:p>
        </p:txBody>
      </p:sp>
      <p:pic>
        <p:nvPicPr>
          <p:cNvPr id="12" name="Picture 11" descr="A group of colorful rectangular signs&#10;&#10;AI-generated content may be incorrect.">
            <a:extLst>
              <a:ext uri="{FF2B5EF4-FFF2-40B4-BE49-F238E27FC236}">
                <a16:creationId xmlns:a16="http://schemas.microsoft.com/office/drawing/2014/main" id="{B5CB1E08-A188-5CFF-D788-185AF1F00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39396"/>
            <a:ext cx="5186743" cy="38641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Contexte, problematique et objectifs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ce projet et que devait-il montrer 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02536"/>
            <a:ext cx="3703320" cy="1465839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122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Contexte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295144"/>
            <a:ext cx="342900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Le sujet porte sur la transmission d'un message sur un canal non fiable. Il fallait combiner securite du contenu, detection ou correction des erreurs et mecanisme de retransmission.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2002536"/>
            <a:ext cx="3246120" cy="1465839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1226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Problematique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295144"/>
            <a:ext cx="297180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Comment transmettre un message chiffre tout en gardant une chaine lisible pedagogiquement : preparation, canal bruité, validation a la reception, ACK/NACK et reprise automatique 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63840" y="2002536"/>
            <a:ext cx="3566160" cy="1465839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1122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Objectifs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2295144"/>
            <a:ext cx="329184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1. Chiffrer le message.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2. Encoder la trame.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3. Simuler des erreurs.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4. Valider ou corriger.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5. Retransmettre si necessaire.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6. Visualiser chaque etape.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Cahier des charges et valeur ajoutee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sujet minimal vers une application complete et demonstrable.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pic>
        <p:nvPicPr>
          <p:cNvPr id="6" name="Image 0" descr="C:\Users\fadia\OneDrive\Bureau\Secure Transmission Protocol Simulator\presentation\assets\architecture_overview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5920"/>
            <a:ext cx="6309360" cy="4206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78040" y="1691640"/>
            <a:ext cx="434340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sujet demandait deja : Hamming ou CRC, AES ou substitution, canal avec erreurs, ACK/NACK, retransmission et interface de simulation.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Nous avons etendu ce socle en application desktop multi-onglets avec visualisation detaillee, logs, statistiques, comparaison experimentale et export des </a:t>
            </a:r>
            <a:r>
              <a:rPr lang="en-US" sz="1450" dirty="0" err="1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</a:t>
            </a:r>
            <a:r>
              <a:rPr lang="en-US" sz="145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178040" y="5193792"/>
            <a:ext cx="4343400" cy="859536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53035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Message cle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0" y="5596128"/>
            <a:ext cx="40690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Le projet est passe d'un mini protocole a une petite plateforme de simulation technique.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generale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Organisation logique de la chaine de transmission et de la boucle de retour.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" y="1444752"/>
            <a:ext cx="1088136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828032"/>
            <a:ext cx="109728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pipeline principal suit le parcours du message : saisie, chiffrement, codage, canal, reception et sortie.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boucle ACK/NACK est distincte du flux principal : si la trame est invalide, le sender relance une tentative jusqu'au maximum autorise.</a:t>
            </a:r>
            <a:endParaRPr lang="en-US" sz="1450" dirty="0"/>
          </a:p>
          <a:p>
            <a:pPr marL="152400" indent="-152400">
              <a:buSzPct val="100000"/>
              <a:buChar char="•"/>
            </a:pPr>
            <a:r>
              <a:rPr lang="en-US" sz="145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Cette decomposition rend l'explication du protocole plus claire et simplifie la maintenance du code.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logicielle modulaire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Separation des couches metier, analytics, services et interface.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" y="1371600"/>
            <a:ext cx="6492240" cy="3749040"/>
          </a:xfrm>
          <a:prstGeom prst="rect">
            <a:avLst/>
          </a:prstGeom>
        </p:spPr>
      </p:pic>
      <p:pic>
        <p:nvPicPr>
          <p:cNvPr id="7" name="Image 1" descr="C:\Users\fadia\OneDrive\Bureau\Secure Transmission Protocol Simulator\presentation\assets\vscode_stru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012" y="1371600"/>
            <a:ext cx="2976465" cy="32278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69480" y="4800600"/>
            <a:ext cx="406908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package ui pilote l'affichage mais n'implemente pas la logique du protocole.</a:t>
            </a:r>
            <a:endParaRPr lang="en-US" sz="1360" dirty="0"/>
          </a:p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core.protocol orchestre sender, receiver, ACK/NACK et retransmission.</a:t>
            </a:r>
            <a:endParaRPr lang="en-US" sz="1360" dirty="0"/>
          </a:p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core.crypto, core.coding et core.channel restent testables independamment de la GUI.</a:t>
            </a:r>
            <a:endParaRPr lang="en-US" sz="1360" dirty="0"/>
          </a:p>
          <a:p>
            <a:pPr marL="152400" indent="-152400">
              <a:buSzPct val="100000"/>
              <a:buChar char="•"/>
            </a:pPr>
            <a:r>
              <a:rPr lang="en-US" sz="136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core.analytics et core.services apportent les tableaux de bord, les exports et la persistance.</a:t>
            </a:r>
            <a:endParaRPr lang="en-US" sz="1360" dirty="0"/>
          </a:p>
        </p:txBody>
      </p:sp>
      <p:sp>
        <p:nvSpPr>
          <p:cNvPr id="9" name="Text 5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Fonctionnement du protocole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fait le simulateur a chaque envoi.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72768"/>
            <a:ext cx="2468880" cy="198219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824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Etape 1 a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75104"/>
            <a:ext cx="219456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Saisie du message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Choix des modes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Chiffrement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Encodage Hamming ou CRC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572768"/>
            <a:ext cx="2468880" cy="198219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824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Etape 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975104"/>
            <a:ext cx="219456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Passage dans le canal bruité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Erreur simple, multiple ou rafale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Probabilite et seed configurables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0" y="1572768"/>
            <a:ext cx="2468880" cy="198219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6824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Etape 5 a 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1975104"/>
            <a:ext cx="219456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Reception de la trame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Verification ou correction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Emission d'un ACK ou d'un NACK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58200" y="1572768"/>
            <a:ext cx="3063240" cy="2041166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68249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Etape 7 a 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0" y="1975104"/>
            <a:ext cx="278892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Retransmission automatique si besoin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Mise a jour des logs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Calcul des statistiques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Restitution finale du message ou rejet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4840" y="393854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2F2623"/>
                </a:solidFill>
              </a:rPr>
              <a:t>Idee principale : chaque etape produit un etat visible dans l'interface, ce qui relie directement theorie et observation.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Onglet Simulation : tableau de bord principal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 centrale pour configurer, executer et observer la transmission.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pic>
        <p:nvPicPr>
          <p:cNvPr id="6" name="Image 0" descr="C:\Users\fadia\OneDrive\Bureau\Secure Transmission Protocol Simulator\presentation\assets\simulatio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467" y="1481328"/>
            <a:ext cx="5079945" cy="2697480"/>
          </a:xfrm>
          <a:prstGeom prst="rect">
            <a:avLst/>
          </a:prstGeom>
        </p:spPr>
      </p:pic>
      <p:pic>
        <p:nvPicPr>
          <p:cNvPr id="7" name="Image 1" descr="C:\Users\fadia\OneDrive\Bureau\Secure Transmission Protocol Simulator\presentation\assets\simulation_st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467" y="4395541"/>
            <a:ext cx="3698998" cy="19622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20840" y="1755648"/>
            <a:ext cx="461772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gauche : message, modes de chiffrement, codage, bruit, seed et nombre de retransmissions.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droite : etat du protocole avec badges SENT, RECEIVED, CORRECTED, ACK, NACK ou DROPPED.</a:t>
            </a:r>
            <a:endParaRPr lang="en-US" sz="1420" dirty="0"/>
          </a:p>
          <a:p>
            <a:pPr marL="152400" indent="-152400">
              <a:buSzPct val="100000"/>
              <a:buChar char="•"/>
            </a:pPr>
            <a:r>
              <a:rPr lang="en-US" sz="142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bas : transformation complete du message du plaintext jusqu'au resultat final.</a:t>
            </a:r>
            <a:endParaRPr lang="en-US" sz="1420" dirty="0"/>
          </a:p>
        </p:txBody>
      </p:sp>
      <p:sp>
        <p:nvSpPr>
          <p:cNvPr id="12" name="Text 8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 binaire et journalisation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vues essentielles pour expliquer ce qui se passe exactement.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pic>
        <p:nvPicPr>
          <p:cNvPr id="6" name="Image 0" descr="C:\Users\fadia\OneDrive\Bureau\Secure Transmission Protocol Simulator\presentation\assets\frame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95506"/>
            <a:ext cx="5486400" cy="2904733"/>
          </a:xfrm>
          <a:prstGeom prst="rect">
            <a:avLst/>
          </a:prstGeom>
        </p:spPr>
      </p:pic>
      <p:pic>
        <p:nvPicPr>
          <p:cNvPr id="7" name="Image 1" descr="C:\Users\fadia\OneDrive\Bureau\Secure Transmission Protocol Simulator\presentation\assets\l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71612"/>
            <a:ext cx="5193792" cy="2752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5806440"/>
            <a:ext cx="106984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Analysis met en evidence les bits de parite, les bits alteres par le canal et les bits corriges.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L'onglet Logs retrace la chronologie complete : prepare, send, channel, nack/ack, retry, drop.</a:t>
            </a:r>
            <a:endParaRPr lang="en-US" sz="1380" dirty="0"/>
          </a:p>
          <a:p>
            <a:pPr marL="152400" indent="-152400">
              <a:buSzPct val="100000"/>
              <a:buChar char="•"/>
            </a:pPr>
            <a:r>
              <a:rPr lang="en-US" sz="138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Ensemble, ces deux vues servent a justifier pourquoi une trame est acceptee, corrigee ou rejetee.</a:t>
            </a:r>
            <a:endParaRPr lang="en-US" sz="1380" dirty="0"/>
          </a:p>
        </p:txBody>
      </p:sp>
      <p:sp>
        <p:nvSpPr>
          <p:cNvPr id="9" name="Text 5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Statistiques et comparaison experimentale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Passer d'un cas unique a une lecture globale de la fiabilite.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pic>
        <p:nvPicPr>
          <p:cNvPr id="6" name="Image 0" descr="C:\Users\fadia\OneDrive\Bureau\Secure Transmission Protocol Simulator\presentation\assets\stati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242129"/>
            <a:ext cx="5577840" cy="2958958"/>
          </a:xfrm>
          <a:prstGeom prst="rect">
            <a:avLst/>
          </a:prstGeom>
        </p:spPr>
      </p:pic>
      <p:pic>
        <p:nvPicPr>
          <p:cNvPr id="7" name="Image 1" descr="C:\Users\fadia\OneDrive\Bureau\Secure Transmission Protocol Simulator\presentation\assets\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366066"/>
            <a:ext cx="5120640" cy="27110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4672" y="5669280"/>
            <a:ext cx="5029200" cy="7772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41832" y="577900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Statistics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41832" y="6071616"/>
            <a:ext cx="47548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Mesure les succes, erreurs detectees, corrections, retries et taux de succes.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355080" y="5669280"/>
            <a:ext cx="4983480" cy="77724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92240" y="5779008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Comparison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92240" y="6071616"/>
            <a:ext cx="4709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Compare AES/Hamming, AES/CRC, Substitution/Hamming et Substitution/CRC sur plusieurs essais.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et qualite logicielle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projet a ete pense pour etre demonstrable mais aussi verifiable.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72768"/>
            <a:ext cx="3383280" cy="40690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82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Tests realises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975104"/>
            <a:ext cx="310896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Round-trip AES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Round-trip substitution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Encodage et correction Hamming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Validation CRC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Injection d'erreurs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ACK/NACK et retries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Integration de bout en bout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72768"/>
            <a:ext cx="3383280" cy="40690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6824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Interet technique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1975104"/>
            <a:ext cx="310896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Les tests garantissent la justesse des briques metier sans dependre de la GUI. Cela limite les regressions et renforce la credibilite des demonstrations.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92440" y="1572768"/>
            <a:ext cx="3429000" cy="40690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8249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Qualites du projet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1975104"/>
            <a:ext cx="315468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Architecture modulaire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Lisibilite du protocole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Observabilite complete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Exports de donnees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Configuration reproductible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Application prete pour VS Code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i="1" dirty="0">
                <a:solidFill>
                  <a:srgbClr val="2F2623"/>
                </a:solidFill>
              </a:rPr>
              <a:t>Message important : l'interface n'est pas un simple habillage ; elle repose sur un coeur algorithmique teste et separe proprement.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qu'il faut retenir du projet.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566928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projet repond au sujet initial en combinant chiffrement, codage de canal, bruit, ACK/NACK et retransmission.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va plus loin avec une architecture modulaire, une interface desktop soignee, des logs, des statistiques et un mode de comparaison.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F26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L'application permet de comprendre visuellement comment la securite et la fiabilite cooperent dans une transmission.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903720" y="173736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847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Ouverture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0" y="2139696"/>
            <a:ext cx="3840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Pistes d'evolution : nouveaux codes correcteurs, scenarios reseau plus riches, animation plus fine du pipeline, rapports automatises.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03720" y="40690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4178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Message final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4471416"/>
            <a:ext cx="3840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Merci pour votre attention.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40880" y="56235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A6A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?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231D1B"/>
          </a:solidFill>
          <a:ln w="12700">
            <a:solidFill>
              <a:srgbClr val="231D1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F26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Deroulement de la presentation orale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59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Proposition simple pour un passage a deux devant le professeur.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2700">
            <a:solidFill>
              <a:srgbClr val="D8CA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5564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Partie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048256"/>
            <a:ext cx="32461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Introduction du sujet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Contexte et objectif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Presentation du besoin initial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Annonce du plan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Intervenant suggere : AICH FADI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5564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Partie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048256"/>
            <a:ext cx="32461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Architecture du projet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Fonctionnement du protocole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Description des principaux modules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Intervenant suggere : Maallem Mehdi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64592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CA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175564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6A5B"/>
                </a:solidFill>
              </a:rPr>
              <a:t>Partie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92440" y="2048256"/>
            <a:ext cx="3246120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Demonstration de l'interface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Statistiques et comparaison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Conclusion et reponses aux questions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F2623"/>
                </a:solidFill>
              </a:rPr>
              <a:t>Presentation conjointe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58978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A5953"/>
                </a:solidFill>
              </a:rPr>
              <a:t>Cette repartition est une proposition equilibrée ; vous pouvez l'adapter selon votre aisance sur chaque partie.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836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5953"/>
                </a:solidFill>
              </a:rPr>
              <a:t>AICH FADI - Maallem Mehdi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55680" y="65653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A5953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Microsoft Office PowerPoint</Application>
  <PresentationFormat>Widescreen</PresentationFormat>
  <Paragraphs>159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Secure Transmission Protocol Simulator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Transmission Protocol Simulator</dc:title>
  <dc:subject>Presentation de projet - Transmission de donnees securisee</dc:subject>
  <dc:creator>OpenAI Codex</dc:creator>
  <cp:lastModifiedBy>FADI AI</cp:lastModifiedBy>
  <cp:revision>4</cp:revision>
  <dcterms:created xsi:type="dcterms:W3CDTF">2026-04-23T20:07:08Z</dcterms:created>
  <dcterms:modified xsi:type="dcterms:W3CDTF">2026-05-18T14:47:23Z</dcterms:modified>
</cp:coreProperties>
</file>